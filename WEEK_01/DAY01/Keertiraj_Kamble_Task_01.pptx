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4DA4E-627C-4C48-B98C-3910F86A630A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FA8A0-473B-459F-A7C0-A186760A5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05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FA8A0-473B-459F-A7C0-A186760A51B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360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1E0C6-8F3C-4344-CAA0-AA626F05E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A40686-D3AE-A485-203F-A3AB7C3FD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67112-A96E-95E6-E1D8-F50153E3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CF29-2E93-467B-9495-1A50B34C7408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56661-F326-B91D-CA14-08A728D3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CB21C-E86B-F541-F2D0-C95ED754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032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F5B1-E0E1-EE66-DDA9-FAB28394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A68-D53A-A7E4-BA01-6C8C59AF6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D19E5-8CAD-9104-12C0-97E756E27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9A49B-1C34-4822-9A3E-26892CAD0609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6DBD6-C5A4-ADAD-E507-8D84E5D7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A108A-000E-EAF7-723B-96F7C7FD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915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C540-1794-EB4B-D16F-6B73CC972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DE176-83A4-E2E1-01CC-858C7EE08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872B0-D918-35ED-E580-1449FD68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67AB-2A3E-471D-B619-83CD90020423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3B3E6-99C2-DA3A-8E8F-E35A5CD3B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F2696-E711-6DDD-2B5F-3E0AF67D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53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6E814-DF32-EC06-6AFB-96E56B8A1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11D98-03C8-1775-3171-1556694E6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3F2E6-3C8D-B8CF-0259-BE2A2FF5C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AEA34-1436-234A-72C6-FA277D018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13BCC-4D61-4B12-B81A-6E8F1123BA93}" type="datetime1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C413F-3FF7-D34F-B173-3A87B6F2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C2BF2-BAD4-50DA-3A6A-78234A50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393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2DA0-1107-3DC4-90D0-C9175EC06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8641F-DAA5-900A-BD0C-EC9DE8511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D28C3-37FA-B03C-A23E-B499F527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942929-AE95-3B37-B66A-E2E74AE8EA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2CB34-6009-F9D0-FCF5-32BB4F07CB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4C437E-11BE-D665-E570-0CE85382D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F3855-8792-43FB-89DD-740A6F7449CE}" type="datetime1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C4D4B2-2DF9-24A8-B4EF-5B24C46F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214C1-9D39-91C6-15F2-46041B5FE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20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CE0D3-DD5C-588B-62FC-367584A09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618B6-D6D1-CF10-4936-B7D067BC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76AA-F634-4097-B84B-D17F039C423D}" type="datetime1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E8DFC-4887-A786-6E1B-25EF7B004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D167F-496D-A7B1-4E50-3C27D29A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66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DF3BDA-6502-43A7-8088-59DD3A41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31A9-1E42-4299-8C11-3195BB721FF5}" type="datetime1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DD096-1CDA-05D7-2E76-D27737D2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D6D4F-128F-0858-B05D-5FD48DC8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66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E68D-87F8-8296-494E-319462E7F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FF2D9-DA79-5BC8-53D0-9101A03AF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6003E-726E-FD39-F355-907480384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E0F55-7643-0519-43EF-17B31A7DD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DD235-5FB1-4210-A716-B9A49157EB2D}" type="datetime1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B20E3-7C3E-2CB2-B330-33E790886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CB113-D10F-3348-4979-E8D867BE5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52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2CAF-3EFB-DB1D-B651-FEFCA13AB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6E91-B3D5-D8C6-CAA6-390A35841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E4AB4-9C97-C863-BCB4-8F834B922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A32AD-3188-098F-F036-BBEAE0E7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E2596-BD64-4951-A457-2AD67C516516}" type="datetime1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577C5-3567-FA4F-25BD-9F5C05337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AE9BC-0727-23AD-6A06-623AC1F6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92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42942-4E2F-0E69-0FEB-71712F8C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F2C5E-BD19-94D8-766F-5F2C69FA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D00BF-7DBA-3705-3506-BC102A8D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07B9-E389-49A7-8ACA-82C1966D610B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D34F8-D95C-2659-50B9-44C7A671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5C98F-C893-BE7A-3BC7-C86C02F6F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94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F46DE-4EE3-9D20-B295-8C0AED7B1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2FFB7-B91C-0432-8B7C-628B0360C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0EC35-C2E0-2BDA-DB50-DE6AC011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610C-18A7-4225-8C86-37A0AB49AD27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DD617-015F-0487-F7D7-1F9288D01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01A06-2F6E-B2EF-1973-E6ACDA68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045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E7D4A-480A-ECD7-8211-31D08516B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2B406-EFF6-81D2-EED9-ED614FE47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FD0AF-C6AC-C8F0-51B0-C7883C389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04E2D-F101-4189-A05D-88F08BC97CB9}" type="datetime1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6D9DB-72BF-A324-51DB-B69545FCC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00A0F-CC4F-DBCE-86EC-675B3AEE9E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32A43-9562-416B-962C-033565A22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94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FC946-57AD-462F-D309-2FFDA8D41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628" y="585272"/>
            <a:ext cx="8490408" cy="119096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44093-88A2-56C3-8DC8-8C00983067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930" y="2233473"/>
            <a:ext cx="5612091" cy="413433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is an interdisciplinary field that uses scientific methods, algorithms, and systems to extract knowledge and insights from structured and unstructured data.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expertise from statistics, mathematics, and computer science to analyze, visualize, and model data, enabling organizations to predict trends and make data-driven decisions.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Data Science | Mathematics &amp; Statistics - College of Arts &amp; Sciences | USU">
            <a:extLst>
              <a:ext uri="{FF2B5EF4-FFF2-40B4-BE49-F238E27FC236}">
                <a16:creationId xmlns:a16="http://schemas.microsoft.com/office/drawing/2014/main" id="{9128B1E9-89DE-9C22-7C08-25AADB60F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941" y="1831992"/>
            <a:ext cx="4830853" cy="453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5CACC-568D-A08C-5775-7877C17C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195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6046-8596-335E-77AE-040F143A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3196" y="292231"/>
            <a:ext cx="8185608" cy="96472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DAA6E-D88B-CBB8-6711-F22FED83E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942" y="1951346"/>
            <a:ext cx="4584569" cy="4515441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is a field of computer science that enables machines to simulate human intelligence, such as learning, reasoning, problem-solving, and perception.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algorithms and vast data, AI systems identify patterns to make decisions, generate content, or automate tasks without constant human intervention.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10 Generative AI Examples">
            <a:extLst>
              <a:ext uri="{FF2B5EF4-FFF2-40B4-BE49-F238E27FC236}">
                <a16:creationId xmlns:a16="http://schemas.microsoft.com/office/drawing/2014/main" id="{B65FF8A4-C535-9ABF-F7A4-82BEDDA128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6" descr="10 Generative AI Examples">
            <a:extLst>
              <a:ext uri="{FF2B5EF4-FFF2-40B4-BE49-F238E27FC236}">
                <a16:creationId xmlns:a16="http://schemas.microsoft.com/office/drawing/2014/main" id="{8F91A50D-E914-83DC-8442-C26608CEDC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60" name="Picture 12" descr="10 Generative AI Examples">
            <a:extLst>
              <a:ext uri="{FF2B5EF4-FFF2-40B4-BE49-F238E27FC236}">
                <a16:creationId xmlns:a16="http://schemas.microsoft.com/office/drawing/2014/main" id="{3BBE919C-26D8-0A93-6C3F-C3E2A9DA0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934" y="1698715"/>
            <a:ext cx="7030065" cy="407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AE958-0EB0-6242-526D-87D27318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16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397E-8371-2FC1-0557-77DFAAFBF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5361" y="245097"/>
            <a:ext cx="8421278" cy="964726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0C1BA-E3CB-ADF9-9DF1-370CE843B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674" y="1509287"/>
            <a:ext cx="5998590" cy="445788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 (ML) is a subset of Artificial Intelligence (AI)that enables systems to learn from data, identify patterns, and improve performance over time without explicit programming.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algorithms to analyze large datasets and make predictions or decisions, powering applications like recommendation engines, image recognition, and natural language processing.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11E44D-A07E-A305-97B7-DE6EF5B5C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974" y="1640264"/>
            <a:ext cx="5646352" cy="37084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CC717-2617-6CC1-DDA1-EA6C0DCB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314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41DFB-E9AB-1A46-0853-D9699BDE6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56" y="365126"/>
            <a:ext cx="11874427" cy="1325562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 analysis before the business problem?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C6872-A9CB-654C-8C31-5C80E3849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256" y="2506662"/>
            <a:ext cx="6646682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analytics(what happened)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analytics(why did it happened)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analytics(what will happen)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analytics(What to do now)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Types of Data Analysis in Data Science and Its Applications">
            <a:extLst>
              <a:ext uri="{FF2B5EF4-FFF2-40B4-BE49-F238E27FC236}">
                <a16:creationId xmlns:a16="http://schemas.microsoft.com/office/drawing/2014/main" id="{958BE5F2-3426-27A9-A080-B51D2BEE7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023" y="2030344"/>
            <a:ext cx="5656721" cy="39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9A04B-E709-6096-CE5E-925137E4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55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AB15-6CA6-063C-42E0-45D98E80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cycle of the project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Life Cycle of Data Science | Complete Guide In 2025 | ATH">
            <a:extLst>
              <a:ext uri="{FF2B5EF4-FFF2-40B4-BE49-F238E27FC236}">
                <a16:creationId xmlns:a16="http://schemas.microsoft.com/office/drawing/2014/main" id="{91596938-39E2-DDA3-ED4E-A16F39BE5D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787" y="1592511"/>
            <a:ext cx="519068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01B4B4-7C6D-DF52-4130-640E22B03DC3}"/>
              </a:ext>
            </a:extLst>
          </p:cNvPr>
          <p:cNvSpPr txBox="1"/>
          <p:nvPr/>
        </p:nvSpPr>
        <p:spPr>
          <a:xfrm>
            <a:off x="311085" y="1690688"/>
            <a:ext cx="59388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 Business understanding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 Data collection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 Data preparation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 Data cleaning/data wrangling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 Exploratory data analysis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  Feature engineering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7.  Model building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8.  Model evaluation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9.  Model validation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Deployment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Monitoring and Maintenance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2DB08-61D3-76C3-CFBA-D263B9DBD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33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BB52D-3A4E-CAEE-F4B3-6FD4E140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437F-2D5D-8C60-266E-05F413FAC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008" y="1690688"/>
            <a:ext cx="6151116" cy="4549856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Banking---fraud detection/credit risk modelling/algorithmic trading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Ecommerce---recommending products/analyzing reviews/customer preferences/price optimization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Transport---route optimization/self driving cars/predict the traffic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care---predicting disease/drug discover/medical image analysis/patience monitoring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Education----tracking student performance/grade prediction/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/recommendation scores/chatbot student support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F4F4CF-B651-D3B6-5036-8F51D0F01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020" y="1690688"/>
            <a:ext cx="5366993" cy="41433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41C96-52B1-BEE3-A7A4-B1F3A3B8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75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F6C1B-D917-5CA2-C9EE-EEC13054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python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5CF3A-D12B-AB8B-F74B-C59865B64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384" y="2141537"/>
            <a:ext cx="5553173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 a programming language that is widely used in web applications, software development, data science, and machine learning (ML).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use Python because it is efficient and easy to learn and can run on many different platforms.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What is Python programming? - techknowledgehub">
            <a:extLst>
              <a:ext uri="{FF2B5EF4-FFF2-40B4-BE49-F238E27FC236}">
                <a16:creationId xmlns:a16="http://schemas.microsoft.com/office/drawing/2014/main" id="{60650C6D-7728-1810-974E-BCB949840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239" y="2034600"/>
            <a:ext cx="5696227" cy="3952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58DD8-FA24-64C2-A2E8-39CD73DE9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449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A8BD-CF9B-505A-668D-8AD22D01B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1B2CB-5AE5-94EC-C13E-A4AD26CB3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99" y="194817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Easy to Learn and Use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Versatile and Flexible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Extensive Libraries and Frameworks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Improved Productivity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Highly Secure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Strong Community Support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Supports Multiple Programming Paradigms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Used by Top Companies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A8D94-8BBF-E7FE-4B9D-3B0351F25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369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8C1C3-0358-7F74-093E-71A517CE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CE78-DE5B-3DBF-609C-835409D99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99029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and open-source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portability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standard library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typing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support for object-oriented and functional programming.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 Application Scope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DC209F-5AB2-0932-2E3E-FED1635E1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799" y="1825625"/>
            <a:ext cx="6524250" cy="36826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129EF-7568-771A-0CC2-6CECAA71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54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C09E6-3C76-D611-55FB-D7A3054A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libraries used for data science/ai/ml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6470E-032A-1B12-73DA-E076E5558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.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1F9AA1-FDEA-5A5A-1061-D414F4892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525" y="2388027"/>
            <a:ext cx="6506459" cy="35293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C583A-665B-2BF7-3201-C42BB52F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171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B0BA-0011-33EB-FA0F-5D3C97DAD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4129" y="365125"/>
            <a:ext cx="12693445" cy="1325563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roles we can explore in?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EA06-2F23-BDED-3BAA-61001F570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150" y="1690688"/>
            <a:ext cx="2847680" cy="4056701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engineer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engineer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 developer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 engineer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682D98-4A4B-2218-33AA-ACC6C807766E}"/>
              </a:ext>
            </a:extLst>
          </p:cNvPr>
          <p:cNvSpPr txBox="1"/>
          <p:nvPr/>
        </p:nvSpPr>
        <p:spPr>
          <a:xfrm>
            <a:off x="3265830" y="1690688"/>
            <a:ext cx="24321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architect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engineer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specialist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analyst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D1162-1C16-F5C1-297B-5CC7B9A8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879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DB27-DA18-84D2-D8EB-7C94222F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68" y="365125"/>
            <a:ext cx="11259532" cy="1325563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rules of programming?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4C498-CB94-0A84-6062-169D207F0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12" y="1621759"/>
            <a:ext cx="11107994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1.Each python programming should start with column position 1.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2.Variables are case sensitive.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3.If our statement is expecting some sub statement then the line should end with colon(:).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4.Every sub statement should start at forwarded position to its parent line.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5.All the sub statements of a parent line should be in the same position.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9C6CE-D326-1AC5-48CE-8E810F8B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32A43-9562-416B-962C-033565A22F2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982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620</Words>
  <Application>Microsoft Office PowerPoint</Application>
  <PresentationFormat>Widescreen</PresentationFormat>
  <Paragraphs>98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What is Data Science</vt:lpstr>
      <vt:lpstr>What is AI</vt:lpstr>
      <vt:lpstr>What is ML</vt:lpstr>
      <vt:lpstr>Types of data analysis before the business problem?</vt:lpstr>
      <vt:lpstr>Life cycle of the project</vt:lpstr>
      <vt:lpstr>Applications of data science</vt:lpstr>
      <vt:lpstr>What is python programming</vt:lpstr>
      <vt:lpstr>What are the advantages</vt:lpstr>
      <vt:lpstr>What are the features</vt:lpstr>
      <vt:lpstr>What are the libraries used for data science/ai/ml</vt:lpstr>
      <vt:lpstr>What are the roles we can explore in?</vt:lpstr>
      <vt:lpstr>What are the rules of programming?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Santosh M Goudar</dc:creator>
  <cp:lastModifiedBy>Keertiraj Kamble</cp:lastModifiedBy>
  <cp:revision>4</cp:revision>
  <dcterms:created xsi:type="dcterms:W3CDTF">2026-02-02T08:48:46Z</dcterms:created>
  <dcterms:modified xsi:type="dcterms:W3CDTF">2026-02-04T05:51:40Z</dcterms:modified>
</cp:coreProperties>
</file>